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StowStack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t>The Demand Engine for Self-Storage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7772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Every ad has its own page.</a:t>
            </a:r>
            <a:br/>
            <a:r>
              <a:t>Every move-in traces back to the ad that produced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0B981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You're Spending Money on Ads. You Have No Idea Which Ones Are Filling Units.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914400"/>
            <a:ext cx="7680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Your agency reports clicks and impressions.</a:t>
            </a:r>
            <a:br/>
            <a:r>
              <a:t>None connect to a signed lease.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7680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All your traffic goes to the same generic</a:t>
            </a:r>
            <a:br/>
            <a:r>
              <a:t>page regardless of the 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7680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You can't tell which campaign produced</a:t>
            </a:r>
            <a:br/>
            <a:r>
              <a:t>which move-in.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0B981"/>
                </a:solidFill>
              </a:defRPr>
            </a:pPr>
            <a:r>
              <a:t>The Broken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</a:defRPr>
            </a:pPr>
            <a:r>
              <a:t>Without StowStack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31089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1488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31089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Generic Homepage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8803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31089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Hope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611879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40"/>
            <a:ext cx="310896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With StowStack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554480"/>
            <a:ext cx="310896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6459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</a:defRPr>
            </a:pPr>
            <a:r>
              <a:t>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488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10B981"/>
                </a:solidFill>
              </a:defRPr>
            </a:pPr>
            <a: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286000"/>
            <a:ext cx="310896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3774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</a:defRPr>
            </a:pPr>
            <a:r>
              <a:t>Custom Landing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8803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10B981"/>
                </a:solidFill>
              </a:defRPr>
            </a:pPr>
            <a: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3017520"/>
            <a:ext cx="310896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1089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</a:defRPr>
            </a:pPr>
            <a:r>
              <a:t>Embedded Rental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611879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10B981"/>
                </a:solidFill>
              </a:defRPr>
            </a:pPr>
            <a: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3749040"/>
            <a:ext cx="310896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840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</a:defRPr>
            </a:pPr>
            <a:r>
              <a:t>Tracked Move-In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0B981"/>
                </a:solidFill>
              </a:defRPr>
            </a:pPr>
            <a:r>
              <a:t>What StowStack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94A3B8"/>
                </a:solidFill>
              </a:defRPr>
            </a:pPr>
            <a:r>
              <a:t>A closed-loop system from ad click to move-in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6459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1371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Meta + Google</a:t>
            </a:r>
            <a:br/>
            <a:r>
              <a:t>Paid 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34640"/>
            <a:ext cx="1371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Demand creation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828800"/>
            <a:ext cx="16459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2011680"/>
            <a:ext cx="1371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Ad-Specific</a:t>
            </a:r>
            <a:br/>
            <a:r>
              <a:t>Landing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834640"/>
            <a:ext cx="1371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Each ad gets its own URL,</a:t>
            </a:r>
            <a:br/>
            <a:r>
              <a:t>headline, offer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16459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011680"/>
            <a:ext cx="1371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Embedded</a:t>
            </a:r>
            <a:br/>
            <a:r>
              <a:t>Rental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834640"/>
            <a:ext cx="1371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Reserve/move-in without</a:t>
            </a:r>
            <a:br/>
            <a:r>
              <a:t>leaving the page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16459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011680"/>
            <a:ext cx="1371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Full Attribution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834640"/>
            <a:ext cx="1371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Which ad → reservation</a:t>
            </a:r>
            <a:br/>
            <a:r>
              <a:t>→ move-in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0B981"/>
                </a:solidFill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645920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20617"/>
                </a:solidFill>
              </a:defRPr>
            </a:pPr>
            <a: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20617"/>
                </a:solidFill>
              </a:defRPr>
            </a:pPr>
            <a:r>
              <a:t>Facility</a:t>
            </a:r>
            <a:br/>
            <a:r>
              <a:t>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26517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645920"/>
            <a:ext cx="16459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828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Days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37744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Landing</a:t>
            </a:r>
            <a:br/>
            <a:r>
              <a:t>Pages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6517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16459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828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Days 2-3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4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Campaigns</a:t>
            </a:r>
            <a:br/>
            <a:r>
              <a:t>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26517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10B981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59" y="1645920"/>
            <a:ext cx="1645920" cy="2011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199" y="1828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Week 1+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199" y="2377440"/>
            <a:ext cx="1463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Move-Ins</a:t>
            </a:r>
            <a:br/>
            <a:r>
              <a:t>Start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0B981"/>
                </a:solidFill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94A3B8"/>
                </a:solidFill>
              </a:defRPr>
            </a:pPr>
            <a:r>
              <a:t>The Attribution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21945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1031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$38-65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74320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Cost per Move-In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832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(vs $150+ industry avg)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1945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15-25%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Landing Page</a:t>
            </a:r>
            <a:br/>
            <a:r>
              <a:t>Conversion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21945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3-5x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ROAS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832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(Return on Ad Spend)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</a:defRPr>
            </a:pPr>
            <a:r>
              <a:t>Results from our own facilities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0B981"/>
                </a:solidFill>
              </a:defRPr>
            </a:pPr>
            <a:r>
              <a:t>Competitive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StowStack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0972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StorageRankers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0972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Adverank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Meta Ad Campaigns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600200"/>
            <a:ext cx="16459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6002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6002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6002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Google 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16459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9202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9202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9202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24028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Custom Landing Pages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240280"/>
            <a:ext cx="16459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24028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24028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24028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5603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Ad-Specific URLs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560320"/>
            <a:ext cx="16459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25603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5603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5603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8803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Embedded Rental 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2880360"/>
            <a:ext cx="16459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28803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28803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8803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2004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Full Attribution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3200400"/>
            <a:ext cx="16459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32004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32004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2004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520439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Move-In Tracking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3520439"/>
            <a:ext cx="16459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0" y="352043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352043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352043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40479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A/B Testing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3840479"/>
            <a:ext cx="16459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0" y="384047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384047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384047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StowStack: 13/13  •  StorageRankers: 2/13  •  Adverank: 3/13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"I built this because I got tired of agencies burning my ad spend on clicks that never turned into move-ins."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— Blake, Active Self-Storage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749039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• Active operator with multiple facilities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096511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• Tested StowStack on his own units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443983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• Understands NOI, occupancy, seasonal demand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0B981"/>
                </a:solidFill>
              </a:defRPr>
            </a:pPr>
            <a:r>
              <a:t>Pricing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56032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$750/mo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• Meta 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3347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• 2 landing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• storEDGE 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28415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• Monthly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097280"/>
            <a:ext cx="2560320" cy="3657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280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20617"/>
                </a:solidFill>
              </a:defRPr>
            </a:pPr>
            <a: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7373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20617"/>
                </a:solidFill>
              </a:defRPr>
            </a:pPr>
            <a:r>
              <a:t>$1,500/mo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860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20617"/>
                </a:solidFill>
              </a:defRPr>
            </a:pPr>
            <a:r>
              <a:t>• Meta + Google 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3347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20617"/>
                </a:solidFill>
              </a:defRPr>
            </a:pPr>
            <a:r>
              <a:t>• 5 landing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98094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20617"/>
                </a:solidFill>
              </a:defRPr>
            </a:pPr>
            <a:r>
              <a:t>• Retargeting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328415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20617"/>
                </a:solidFill>
              </a:defRPr>
            </a:pPr>
            <a:r>
              <a:t>• A/B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75887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20617"/>
                </a:solidFill>
              </a:defRPr>
            </a:pPr>
            <a:r>
              <a:t>• Attribution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097280"/>
            <a:ext cx="256032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1280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7373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Custom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2860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• 5+ facilities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63347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• Volume discounts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980944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• 20-35% 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328415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• Dedicated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0B981"/>
                </a:solidFill>
              </a:defRPr>
            </a:pPr>
            <a:r>
              <a:t>The ROI Math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Single move-in = $100-150/mo recurring = $1,200-1,800 LTV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Growth tier at $1,500/mo needs only 5-10 move-ins = 4-12x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As data compounds, cost per move-in drops every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</a:defRPr>
            </a:pPr>
            <a:r>
              <a:t>Month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0 move-ins</a:t>
            </a:r>
            <a:br/>
            <a:r>
              <a:t>$1,500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</a:defRPr>
            </a:pPr>
            <a:r>
              <a:t>-$1,500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004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</a:defRPr>
            </a:pPr>
            <a:r>
              <a:t>Month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52044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5 move-ins</a:t>
            </a:r>
            <a:br/>
            <a:r>
              <a:t>$7,500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114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+$6,000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2004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</a:defRPr>
            </a:pPr>
            <a:r>
              <a:t>Month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52044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12 move-ins</a:t>
            </a:r>
            <a:br/>
            <a:r>
              <a:t>$18,000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114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+$16,500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0B981"/>
                </a:solidFill>
              </a:defRPr>
            </a:pPr>
            <a:r>
              <a:t>The Vacancy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Every empty unit is burning cash.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64008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15 vacant units × $120/mo × 3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8600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= $5,400 lost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640080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977639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20617"/>
                </a:solidFill>
              </a:defRPr>
            </a:pPr>
            <a:r>
              <a:t>StowStack pays for itself with 2-3 filled units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0B981"/>
                </a:solidFill>
              </a:defRPr>
            </a:pPr>
            <a:r>
              <a:t>Get Your Free Facility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194560"/>
            <a:ext cx="45720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2402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20617"/>
                </a:solidFill>
              </a:defRPr>
            </a:pPr>
            <a:r>
              <a:t>Schedule a 20-minute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blake@storepawpaw.com  •  (269) 929-8541  •  stowstack.co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No credit card required. Let's see if StowStack is right for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